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5F24-409E-DF0B-650C-CE7161422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1C4D4-7773-EFC8-D545-FA336819C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84518-8A77-3B15-4042-F3C01EC8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57061-54E5-7F40-36B0-09691AC3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DC528-1F94-CD8C-D906-B055D326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03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E3AB-F468-9C6F-FA6B-5AD52F8B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68C95-81E9-6D14-41C9-8A5D1AB8B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5FEF8-04FD-21FA-0CDF-3C79AE28B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D1D39-8FE0-CBE2-71EC-C4D1F7C9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0A84F-7A2A-BF72-F3BF-B3CD39FA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0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78CEA-B636-36B8-CD45-7E510936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1F070-0964-258B-B037-8DCEEC6F9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61E09-365A-690D-2BF2-6B5ED2E4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7FD4C-4E8C-F38F-E5DD-B41EB721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190CE-3111-06F0-8904-46B76A774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8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2D92-9332-340C-1F0B-C5D1032C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2190-13FA-4614-333C-7935FCB50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F69AF-AA08-D6DD-2FC7-CD40E43FB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47310-61C6-5746-3961-F8816D6F3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8CA1F-E791-CC90-604C-2769A196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FF509-8EC8-29DC-211A-1D9744723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3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F95B-1A37-92A4-129F-FCFA3B2AD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3CF4D-3B2D-7863-C258-2DD30886E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577E8-D966-8B6E-CBFD-00CDC2E9E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E92939-0576-684B-313C-2CDDF9139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A2FC2-84FF-3413-4086-158200CCC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120991-59BA-B018-EDC9-BEB63C48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F142CC-F3A9-8A2F-D402-C7E83DB6A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8ED30-5681-DB89-EF39-430F32B4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0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C61D-FE67-6B15-126F-F5A8D1B2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CFCDA-4D9D-0DF9-23F9-3A1E3C4C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E9F3E-FDC0-9D51-D35E-6169F35B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D1677-9D8C-3BB3-943D-975591CF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02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EAF6C-52D2-E0C1-926F-EDAF015D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35D0C-135A-6007-2207-231C372C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07F8F-5559-5F59-D6F0-78906D2D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08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0FF2-661F-10E9-5C8D-53C5D225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F105-D4AD-9DF9-C13E-65EB4BE6B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DBF7C-6FFC-5F02-C709-01408692F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8134D-9099-0906-40D1-7DED626A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9EFA8-F48D-DD60-CD8A-05166E27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DF170-260A-4CA5-52F1-A25F6F3F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39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B4B0-DC9E-A3E0-95BC-D029A78ED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2CE5CD-714E-2870-7C33-B3DB23BF2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5C56A-B491-B897-3D83-D6918D53D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29578-5C95-88A5-D739-109218C5F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35C70-E36B-5E9D-8D39-C7160D4F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69531-5E0A-3926-F1CD-57B1F81A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2E84-70C8-2157-0746-686C40F96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6FF9D-6B10-A4C1-13A1-FA51C701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095AE-C732-B61F-2B3B-9CBCDAF9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241C7-9E07-0545-6F16-26777354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60811-48FE-91EA-38A5-3A454369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88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55C1AD-4B4A-6909-3CFD-37D1A9064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EFE72-8759-1455-2AC0-1B732C79B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90926-F503-92F2-80D4-F3DE10CB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5345A-6F72-1505-7426-F5910B42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12F55-4292-99EB-B13B-8A499339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8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DF431-4CA6-8267-EF64-2D0977DB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D984B-AFC4-6AA4-581D-648825244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E3C83-8FF4-B76C-B65E-009FF9733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135D1-E926-7043-A4BB-015803619360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54224-38DC-2E68-A5B1-4635D8E45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BDB17-A89D-017B-EFF7-FCEE92C27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0F0D1-F53B-3B46-B5B7-F164940B8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0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E967-FABC-F40A-C594-A45EB21767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Banking 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AF431-6B53-8A95-9F13-319EBC8C76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i="1" dirty="0"/>
              <a:t>C++ • Data Structures Project</a:t>
            </a:r>
          </a:p>
          <a:p>
            <a:r>
              <a:rPr lang="en-GB" b="1" dirty="0"/>
              <a:t>Akatsuki</a:t>
            </a:r>
            <a:r>
              <a:rPr lang="en-GB" b="1" i="1" dirty="0"/>
              <a:t> </a:t>
            </a:r>
            <a:r>
              <a:rPr lang="en-GB" b="1" dirty="0" err="1"/>
              <a:t>ClanTeam</a:t>
            </a:r>
            <a:endParaRPr lang="en-GB" b="1" dirty="0"/>
          </a:p>
          <a:p>
            <a:r>
              <a:rPr lang="en-GB" dirty="0"/>
              <a:t>U2410280 – Xojambetov Islam</a:t>
            </a:r>
            <a:br>
              <a:rPr lang="en-GB" dirty="0"/>
            </a:br>
            <a:r>
              <a:rPr lang="en-GB" dirty="0"/>
              <a:t>U240128 – Malikov </a:t>
            </a:r>
            <a:r>
              <a:rPr lang="en-GB" dirty="0" err="1"/>
              <a:t>Amirhon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2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CB9B5-E1FE-0679-35FA-C6CBB55AA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871B0-25C5-6857-BDAF-DE7AD1250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Simulates a simple banking system</a:t>
            </a:r>
          </a:p>
          <a:p>
            <a:r>
              <a:rPr lang="en-GB" dirty="0"/>
              <a:t>Demonstrates practical use of data structures in C++</a:t>
            </a:r>
          </a:p>
          <a:p>
            <a:r>
              <a:rPr lang="en-GB" dirty="0"/>
              <a:t>Handles accounts, transactions, and pending operations efficiently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6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B40C-4F51-78CE-A6BA-9DE89A1D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23BEC-7A4B-90A2-2626-D2432925F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accounts with initial balance</a:t>
            </a:r>
          </a:p>
          <a:p>
            <a:r>
              <a:rPr lang="en-GB" dirty="0"/>
              <a:t>Direct deposits and withdrawals</a:t>
            </a:r>
          </a:p>
          <a:p>
            <a:r>
              <a:rPr lang="en-GB" dirty="0"/>
              <a:t>Queued transactions (deposit/withdraw)</a:t>
            </a:r>
          </a:p>
          <a:p>
            <a:r>
              <a:rPr lang="en-GB" dirty="0"/>
              <a:t>Batch processing of pending transactions</a:t>
            </a:r>
          </a:p>
          <a:p>
            <a:r>
              <a:rPr lang="en-GB" dirty="0"/>
              <a:t>View account details and transaction history</a:t>
            </a:r>
          </a:p>
          <a:p>
            <a:r>
              <a:rPr lang="en-GB" dirty="0"/>
              <a:t>CLI interface</a:t>
            </a:r>
          </a:p>
          <a:p>
            <a:r>
              <a:rPr lang="en-GB" dirty="0"/>
              <a:t>Money stored as integer cents for precision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36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ECDA-EC38-D6CC-013E-93820B6C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Structures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D9D58-FEEA-E142-0A9D-89A42B146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Binary Search Tree (BST)</a:t>
            </a:r>
            <a:r>
              <a:rPr lang="en-GB" dirty="0"/>
              <a:t> — Account storage and search</a:t>
            </a:r>
          </a:p>
          <a:p>
            <a:r>
              <a:rPr lang="en-GB" b="1" dirty="0"/>
              <a:t>Linked List</a:t>
            </a:r>
            <a:r>
              <a:rPr lang="en-GB" dirty="0"/>
              <a:t> — Per-account transaction history</a:t>
            </a:r>
          </a:p>
          <a:p>
            <a:r>
              <a:rPr lang="en-GB" b="1" dirty="0"/>
              <a:t>Queue</a:t>
            </a:r>
            <a:r>
              <a:rPr lang="en-GB" dirty="0"/>
              <a:t> — Pending operations management</a:t>
            </a:r>
          </a:p>
        </p:txBody>
      </p:sp>
    </p:spTree>
    <p:extLst>
      <p:ext uri="{BB962C8B-B14F-4D97-AF65-F5344CB8AC3E}">
        <p14:creationId xmlns:p14="http://schemas.microsoft.com/office/powerpoint/2010/main" val="146124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83CD-735B-7B95-34A7-F8F6B85B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Architecture / 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DDC6-E869-337C-DE10-C68FB01A1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Diagram:</a:t>
            </a:r>
          </a:p>
          <a:p>
            <a:r>
              <a:rPr lang="en-GB" dirty="0"/>
              <a:t>Account creation → BST storage</a:t>
            </a:r>
          </a:p>
          <a:p>
            <a:r>
              <a:rPr lang="en-GB" dirty="0"/>
              <a:t>Transaction → Linked List log + Queue if pending</a:t>
            </a:r>
          </a:p>
          <a:p>
            <a:r>
              <a:rPr lang="en-GB" dirty="0"/>
              <a:t>Batch processing → Update accounts</a:t>
            </a:r>
          </a:p>
          <a:p>
            <a:pPr marL="0" indent="0">
              <a:buNone/>
            </a:pPr>
            <a:r>
              <a:rPr lang="en-GB" dirty="0"/>
              <a:t>(Add a simple flowchart or UML diagram)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8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7B814-642C-8EB1-A63B-DAA94230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B284-D321-1F88-E509-6F92B6772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6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3186-742E-6770-5BD1-B94718DA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526EA-79DD-792C-62F7-EE542F39F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Simple yet effective demonstration of BST, Linked List, Queue</a:t>
            </a:r>
          </a:p>
          <a:p>
            <a:r>
              <a:rPr lang="en-GB" dirty="0"/>
              <a:t>Highlights practical use of data structures in managing a banking system</a:t>
            </a:r>
          </a:p>
          <a:p>
            <a:r>
              <a:rPr lang="en-GB" dirty="0"/>
              <a:t>Open for improvements (GUI, interest calculation, multi-threading)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58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B4AD0-18EF-CED4-E67A-D829859C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Q&amp;A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27A9A-6CBF-0B51-B1FD-F0A3EC662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Thank you!</a:t>
            </a:r>
          </a:p>
          <a:p>
            <a:r>
              <a:rPr lang="en-GB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085316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181</Words>
  <Application>Microsoft Macintosh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Banking System</vt:lpstr>
      <vt:lpstr>Overview</vt:lpstr>
      <vt:lpstr>Features</vt:lpstr>
      <vt:lpstr>Data Structures Used</vt:lpstr>
      <vt:lpstr>Architecture / Flow</vt:lpstr>
      <vt:lpstr>Demo</vt:lpstr>
      <vt:lpstr>Conclusion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khisaax@gmail.com</dc:creator>
  <cp:lastModifiedBy>khisaax@gmail.com</cp:lastModifiedBy>
  <cp:revision>2</cp:revision>
  <dcterms:created xsi:type="dcterms:W3CDTF">2025-11-16T18:48:34Z</dcterms:created>
  <dcterms:modified xsi:type="dcterms:W3CDTF">2025-11-16T19:00:32Z</dcterms:modified>
</cp:coreProperties>
</file>